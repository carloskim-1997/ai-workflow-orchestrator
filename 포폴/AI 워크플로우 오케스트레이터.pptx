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835DB-9E80-455D-A18A-885EC2A410B7}" v="79" dt="2026-03-15T22:30:36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cZ3bPzmjP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losKim-1997/AI-workflow-orchestrator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D83355-51AD-B69F-4DE8-E2F8D5877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7"/>
            <a:ext cx="12192000" cy="681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295BC-6E78-BA65-0633-7A8A51CA6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21FB7F-9C99-EBFD-DCCF-E803C2D51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731"/>
            <a:ext cx="12183241" cy="685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7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52EA7-B6B9-81ED-AABA-B251D877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B2949B-EDB8-736E-FA9C-50CC6B4DB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517"/>
            <a:ext cx="12192000" cy="685624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927AC1A-A1E9-F157-59CE-1FA07718BFAE}"/>
              </a:ext>
            </a:extLst>
          </p:cNvPr>
          <p:cNvSpPr/>
          <p:nvPr/>
        </p:nvSpPr>
        <p:spPr>
          <a:xfrm>
            <a:off x="1604210" y="1263315"/>
            <a:ext cx="9083842" cy="4572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CF573-7DDF-01B2-2605-9BD7D525E3A8}"/>
              </a:ext>
            </a:extLst>
          </p:cNvPr>
          <p:cNvSpPr txBox="1"/>
          <p:nvPr/>
        </p:nvSpPr>
        <p:spPr>
          <a:xfrm>
            <a:off x="4040604" y="461210"/>
            <a:ext cx="55646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https://www.youtube.com/watch?v=hcZ3bPzmjPo</a:t>
            </a:r>
            <a:r>
              <a:rPr lang="ko-KR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ko-KR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6099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ED44-D974-9C80-7545-6007C755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9C43EB-2E84-F7E7-9301-AF2778C9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3"/>
            <a:ext cx="12192000" cy="682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9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EC939-0849-FA5A-A65A-3D651105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48BE96-D3E6-1106-2AD4-912029113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61"/>
            <a:ext cx="12192000" cy="683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86801-AC2B-1EBC-585B-6B76C39F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A45B3F-3F31-1898-BBC9-813B90D64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59"/>
            <a:ext cx="12192000" cy="681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53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6D7AF-5444-712C-D977-81D73356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962F30-7874-27A2-3E13-EBB31F412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3"/>
            <a:ext cx="12192000" cy="682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5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23958-3575-D2AA-A7CF-65A695A8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9E42D0-9434-88BE-22AF-24F57D4BF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26"/>
            <a:ext cx="12192000" cy="681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1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D8F54-EA84-5E6B-F470-042721F9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064D37-CF00-65FE-5A89-22D5F0324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3"/>
            <a:ext cx="12192000" cy="6828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F05927-7A5B-429C-8C52-C131C3322D86}"/>
              </a:ext>
            </a:extLst>
          </p:cNvPr>
          <p:cNvSpPr txBox="1"/>
          <p:nvPr/>
        </p:nvSpPr>
        <p:spPr>
          <a:xfrm>
            <a:off x="3493882" y="6493365"/>
            <a:ext cx="217467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ea typeface="맑은 고딕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ko-KR" altLang="en-US" sz="1600" dirty="0">
                <a:ea typeface="맑은 고딕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ea typeface="맑은 고딕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ko-KR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743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</cp:revision>
  <dcterms:created xsi:type="dcterms:W3CDTF">2026-03-15T22:25:53Z</dcterms:created>
  <dcterms:modified xsi:type="dcterms:W3CDTF">2026-03-15T22:32:13Z</dcterms:modified>
</cp:coreProperties>
</file>